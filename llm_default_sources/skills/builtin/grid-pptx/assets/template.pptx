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1"/>
    <p:sldMasterId id="2147483733" r:id="rId2"/>
    <p:sldMasterId id="2147483739" r:id="rId3"/>
    <p:sldMasterId id="2147483727" r:id="rId4"/>
  </p:sldMasterIdLst>
  <p:sldIdLst>
    <p:sldId id="256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82"/>
  </p:normalViewPr>
  <p:slideViewPr>
    <p:cSldViewPr snapToGrid="0">
      <p:cViewPr varScale="1">
        <p:scale>
          <a:sx n="119" d="100"/>
          <a:sy n="119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建物, ドーム, 傘, ブラック が含まれている画像&#10;&#10;自動的に生成された説明" hidden="1">
            <a:extLst>
              <a:ext uri="{FF2B5EF4-FFF2-40B4-BE49-F238E27FC236}">
                <a16:creationId xmlns:a16="http://schemas.microsoft.com/office/drawing/2014/main" id="{758E9CF5-8BA9-3442-A051-057BF6B3C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87" cy="6858000"/>
          </a:xfrm>
          <a:prstGeom prst="rect">
            <a:avLst/>
          </a:prstGeom>
        </p:spPr>
      </p:pic>
      <p:sp>
        <p:nvSpPr>
          <p:cNvPr id="42" name="四角形" hidden="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F">
              <a:alpha val="35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3"/>
              </a:defRPr>
            </a:pPr>
            <a:endParaRPr sz="1600"/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83AE3397-1C40-D148-B1E5-CC7FB3FFC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802" y="2383200"/>
            <a:ext cx="9144397" cy="216625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400" b="1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22" name="字幕 2">
            <a:extLst>
              <a:ext uri="{FF2B5EF4-FFF2-40B4-BE49-F238E27FC236}">
                <a16:creationId xmlns:a16="http://schemas.microsoft.com/office/drawing/2014/main" id="{958CA4B6-E2A8-3440-B37A-9E97F6839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802" y="4690896"/>
            <a:ext cx="9144397" cy="49248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5" name="© 2020 GRID Inc.">
            <a:extLst>
              <a:ext uri="{FF2B5EF4-FFF2-40B4-BE49-F238E27FC236}">
                <a16:creationId xmlns:a16="http://schemas.microsoft.com/office/drawing/2014/main" id="{3283892A-4F74-DB92-6023-104F8E3702E3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A5DA601-B8C0-1368-E47D-2798A891B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EB4387C-1DA6-6368-6813-BABFFFCECDD0}"/>
              </a:ext>
            </a:extLst>
          </p:cNvPr>
          <p:cNvSpPr txBox="1"/>
          <p:nvPr/>
        </p:nvSpPr>
        <p:spPr>
          <a:xfrm>
            <a:off x="2897226" y="1890693"/>
            <a:ext cx="6397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ja-JP" sz="1400" dirty="0">
                <a:solidFill>
                  <a:srgbClr val="1C294E"/>
                </a:solidFill>
                <a:latin typeface="Calibri" panose="020F0502020204030204"/>
              </a:rPr>
              <a:t>INFRASTRUCTURE + </a:t>
            </a:r>
            <a:r>
              <a:rPr lang="en-US" altLang="ja-JP" sz="1400" dirty="0">
                <a:solidFill>
                  <a:srgbClr val="E56031"/>
                </a:solidFill>
                <a:latin typeface="Calibri" panose="020F0502020204030204"/>
              </a:rPr>
              <a:t>LIFE</a:t>
            </a:r>
            <a:r>
              <a:rPr lang="en-US" altLang="ja-JP" sz="1400" dirty="0">
                <a:solidFill>
                  <a:srgbClr val="1C294E"/>
                </a:solidFill>
                <a:latin typeface="Calibri" panose="020F0502020204030204"/>
              </a:rPr>
              <a:t> + INNOVATION</a:t>
            </a:r>
            <a:endParaRPr lang="ja-JP" altLang="en-US" sz="1400">
              <a:solidFill>
                <a:srgbClr val="1C294E"/>
              </a:solidFill>
              <a:latin typeface="Calibri" panose="020F0502020204030204"/>
            </a:endParaRPr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BB9B2D6A-C6A8-5921-8F77-D49010EC61F0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CONFIDENTIAL</a:t>
            </a:r>
            <a:endParaRPr kumimoji="0" lang="ja-JP" altLang="en-US" sz="1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pic>
        <p:nvPicPr>
          <p:cNvPr id="26" name="図 25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3880D06D-DF53-919B-3C5C-E087C328F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722" y="5321170"/>
            <a:ext cx="1907732" cy="33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57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建物, ドーム, 傘, ブラック が含まれている画像&#10;&#10;自動的に生成された説明" hidden="1">
            <a:extLst>
              <a:ext uri="{FF2B5EF4-FFF2-40B4-BE49-F238E27FC236}">
                <a16:creationId xmlns:a16="http://schemas.microsoft.com/office/drawing/2014/main" id="{758E9CF5-8BA9-3442-A051-057BF6B3C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87" cy="6858000"/>
          </a:xfrm>
          <a:prstGeom prst="rect">
            <a:avLst/>
          </a:prstGeom>
        </p:spPr>
      </p:pic>
      <p:sp>
        <p:nvSpPr>
          <p:cNvPr id="42" name="四角形" hidden="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F">
              <a:alpha val="35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3"/>
              </a:defRPr>
            </a:pPr>
            <a:endParaRPr sz="160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DAC6D69-1620-A542-A105-E54F7BC95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81305" y="6570742"/>
            <a:ext cx="290106" cy="28725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83AE3397-1C40-D148-B1E5-CC7FB3FFC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5557" y="2864978"/>
            <a:ext cx="9964132" cy="69034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22" name="字幕 2">
            <a:extLst>
              <a:ext uri="{FF2B5EF4-FFF2-40B4-BE49-F238E27FC236}">
                <a16:creationId xmlns:a16="http://schemas.microsoft.com/office/drawing/2014/main" id="{958CA4B6-E2A8-3440-B37A-9E97F6839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5557" y="3626381"/>
            <a:ext cx="9980886" cy="493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400" b="1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503C4DFB-67E5-6344-8EE6-4D7C47493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© 2020 GRID Inc.">
            <a:extLst>
              <a:ext uri="{FF2B5EF4-FFF2-40B4-BE49-F238E27FC236}">
                <a16:creationId xmlns:a16="http://schemas.microsoft.com/office/drawing/2014/main" id="{EBD3736D-466B-7974-52F4-48A00D325F20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9D623BB-22EB-B11C-A6D4-8D08DE705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4729616F-238E-12E4-CD20-E094C5F270B0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CONFIDENTIAL</a:t>
            </a:r>
            <a:endParaRPr kumimoji="0" lang="ja-JP" altLang="en-US" sz="1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8F4899A-1E4D-EEE1-84D8-3F1A38B383FA}"/>
              </a:ext>
            </a:extLst>
          </p:cNvPr>
          <p:cNvCxnSpPr>
            <a:cxnSpLocks/>
          </p:cNvCxnSpPr>
          <p:nvPr/>
        </p:nvCxnSpPr>
        <p:spPr>
          <a:xfrm flipV="1">
            <a:off x="1105557" y="3555321"/>
            <a:ext cx="998088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56175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1781305" y="6570742"/>
            <a:ext cx="290106" cy="287258"/>
          </a:xfrm>
          <a:prstGeom prst="rect">
            <a:avLst/>
          </a:prstGeom>
        </p:spPr>
        <p:txBody>
          <a:bodyPr/>
          <a:lstStyle>
            <a:lvl1pPr>
              <a:defRPr>
                <a:ln>
                  <a:noFill/>
                </a:ln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77" name="タイトルテキスト"/>
          <p:cNvSpPr txBox="1">
            <a:spLocks noGrp="1"/>
          </p:cNvSpPr>
          <p:nvPr>
            <p:ph type="title"/>
          </p:nvPr>
        </p:nvSpPr>
        <p:spPr>
          <a:xfrm>
            <a:off x="120590" y="187736"/>
            <a:ext cx="9916583" cy="410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dirty="0"/>
          </a:p>
        </p:txBody>
      </p:sp>
      <p:sp>
        <p:nvSpPr>
          <p:cNvPr id="78" name="本文レベル1…"/>
          <p:cNvSpPr txBox="1">
            <a:spLocks noGrp="1"/>
          </p:cNvSpPr>
          <p:nvPr>
            <p:ph type="body" idx="1"/>
          </p:nvPr>
        </p:nvSpPr>
        <p:spPr>
          <a:xfrm>
            <a:off x="425616" y="642796"/>
            <a:ext cx="11340770" cy="57295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rgbClr val="1A274F"/>
                </a:solidFill>
              </a:defRPr>
            </a:lvl2pPr>
            <a:lvl3pPr>
              <a:defRPr>
                <a:solidFill>
                  <a:srgbClr val="1A274F"/>
                </a:solidFill>
              </a:defRPr>
            </a:lvl3pPr>
            <a:lvl4pPr>
              <a:defRPr>
                <a:solidFill>
                  <a:srgbClr val="1A274F"/>
                </a:solidFill>
              </a:defRPr>
            </a:lvl4pPr>
            <a:lvl5pPr>
              <a:defRPr>
                <a:solidFill>
                  <a:srgbClr val="1A274F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D997E8-49EF-E548-9951-99F30E894F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2" name="角丸四角形 1">
            <a:extLst>
              <a:ext uri="{FF2B5EF4-FFF2-40B4-BE49-F238E27FC236}">
                <a16:creationId xmlns:a16="http://schemas.microsoft.com/office/drawing/2014/main" id="{F4D4576F-5B44-EF5E-3FC1-60D82F4B52B2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CONFIDENTIAL</a:t>
            </a:r>
            <a:endParaRPr kumimoji="0" lang="ja-JP" altLang="en-US" sz="1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© 2020 GRID Inc.">
            <a:extLst>
              <a:ext uri="{FF2B5EF4-FFF2-40B4-BE49-F238E27FC236}">
                <a16:creationId xmlns:a16="http://schemas.microsoft.com/office/drawing/2014/main" id="{2233D490-3901-D281-C5F3-041D5F4512E0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F8A6261-D663-7353-8CDD-A5D759015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821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1781305" y="6570742"/>
            <a:ext cx="290106" cy="287258"/>
          </a:xfrm>
          <a:prstGeom prst="rect">
            <a:avLst/>
          </a:prstGeom>
        </p:spPr>
        <p:txBody>
          <a:bodyPr/>
          <a:lstStyle>
            <a:lvl1pPr>
              <a:defRPr>
                <a:ln>
                  <a:noFill/>
                </a:ln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77" name="タイトルテキスト"/>
          <p:cNvSpPr txBox="1">
            <a:spLocks noGrp="1"/>
          </p:cNvSpPr>
          <p:nvPr>
            <p:ph type="title"/>
          </p:nvPr>
        </p:nvSpPr>
        <p:spPr>
          <a:xfrm>
            <a:off x="120590" y="187736"/>
            <a:ext cx="9916583" cy="410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D997E8-49EF-E548-9951-99F30E894F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2" name="角丸四角形 1">
            <a:extLst>
              <a:ext uri="{FF2B5EF4-FFF2-40B4-BE49-F238E27FC236}">
                <a16:creationId xmlns:a16="http://schemas.microsoft.com/office/drawing/2014/main" id="{F4D4576F-5B44-EF5E-3FC1-60D82F4B52B2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CONFIDENTIAL</a:t>
            </a:r>
            <a:endParaRPr kumimoji="0" lang="ja-JP" altLang="en-US" sz="1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© 2020 GRID Inc.">
            <a:extLst>
              <a:ext uri="{FF2B5EF4-FFF2-40B4-BE49-F238E27FC236}">
                <a16:creationId xmlns:a16="http://schemas.microsoft.com/office/drawing/2014/main" id="{2233D490-3901-D281-C5F3-041D5F4512E0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F8A6261-D663-7353-8CDD-A5D759015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95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 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8A0598-B202-0B4F-95D9-97ED2587C6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400" tIns="50400" rIns="50400" bIns="504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179077863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建物, ドーム, 傘, ブラック が含まれている画像&#10;&#10;自動的に生成された説明" hidden="1">
            <a:extLst>
              <a:ext uri="{FF2B5EF4-FFF2-40B4-BE49-F238E27FC236}">
                <a16:creationId xmlns:a16="http://schemas.microsoft.com/office/drawing/2014/main" id="{758E9CF5-8BA9-3442-A051-057BF6B3C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87" cy="6858000"/>
          </a:xfrm>
          <a:prstGeom prst="rect">
            <a:avLst/>
          </a:prstGeom>
        </p:spPr>
      </p:pic>
      <p:sp>
        <p:nvSpPr>
          <p:cNvPr id="42" name="四角形" hidden="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F">
              <a:alpha val="35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3"/>
              </a:defRPr>
            </a:pPr>
            <a:endParaRPr sz="1600"/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83AE3397-1C40-D148-B1E5-CC7FB3FFC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802" y="2383200"/>
            <a:ext cx="9144397" cy="216625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4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2" name="字幕 2">
            <a:extLst>
              <a:ext uri="{FF2B5EF4-FFF2-40B4-BE49-F238E27FC236}">
                <a16:creationId xmlns:a16="http://schemas.microsoft.com/office/drawing/2014/main" id="{958CA4B6-E2A8-3440-B37A-9E97F6839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802" y="4690896"/>
            <a:ext cx="9144397" cy="49248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5" name="© 2020 GRID Inc.">
            <a:extLst>
              <a:ext uri="{FF2B5EF4-FFF2-40B4-BE49-F238E27FC236}">
                <a16:creationId xmlns:a16="http://schemas.microsoft.com/office/drawing/2014/main" id="{3283892A-4F74-DB92-6023-104F8E3702E3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A5DA601-B8C0-1368-E47D-2798A891B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EB4387C-1DA6-6368-6813-BABFFFCECDD0}"/>
              </a:ext>
            </a:extLst>
          </p:cNvPr>
          <p:cNvSpPr txBox="1"/>
          <p:nvPr/>
        </p:nvSpPr>
        <p:spPr>
          <a:xfrm>
            <a:off x="2897226" y="1890693"/>
            <a:ext cx="6397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ja-JP" sz="1400" dirty="0">
                <a:solidFill>
                  <a:srgbClr val="1C294E"/>
                </a:solidFill>
                <a:latin typeface="Calibri" panose="020F0502020204030204"/>
              </a:rPr>
              <a:t>INFRASTRUCTURE + </a:t>
            </a:r>
            <a:r>
              <a:rPr lang="en-US" altLang="ja-JP" sz="1400" dirty="0">
                <a:solidFill>
                  <a:srgbClr val="E56031"/>
                </a:solidFill>
                <a:latin typeface="Calibri" panose="020F0502020204030204"/>
              </a:rPr>
              <a:t>LIFE</a:t>
            </a:r>
            <a:r>
              <a:rPr lang="en-US" altLang="ja-JP" sz="1400" dirty="0">
                <a:solidFill>
                  <a:srgbClr val="1C294E"/>
                </a:solidFill>
                <a:latin typeface="Calibri" panose="020F0502020204030204"/>
              </a:rPr>
              <a:t> + INNOVATION</a:t>
            </a:r>
            <a:endParaRPr lang="ja-JP" altLang="en-US" sz="1400">
              <a:solidFill>
                <a:srgbClr val="1C294E"/>
              </a:solidFill>
              <a:latin typeface="Calibri" panose="020F0502020204030204"/>
            </a:endParaRPr>
          </a:p>
        </p:txBody>
      </p:sp>
      <p:pic>
        <p:nvPicPr>
          <p:cNvPr id="26" name="図 25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3880D06D-DF53-919B-3C5C-E087C328F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722" y="5321170"/>
            <a:ext cx="1907732" cy="334507"/>
          </a:xfrm>
          <a:prstGeom prst="rect">
            <a:avLst/>
          </a:prstGeom>
        </p:spPr>
      </p:pic>
      <p:sp>
        <p:nvSpPr>
          <p:cNvPr id="2" name="角丸四角形 1">
            <a:extLst>
              <a:ext uri="{FF2B5EF4-FFF2-40B4-BE49-F238E27FC236}">
                <a16:creationId xmlns:a16="http://schemas.microsoft.com/office/drawing/2014/main" id="{76949134-BF8C-057E-9AF4-72DE07C484DE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STRICTLY CONFIDENTIAL</a:t>
            </a:r>
            <a:endParaRPr kumimoji="0" lang="ja-JP" alt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4658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建物, ドーム, 傘, ブラック が含まれている画像&#10;&#10;自動的に生成された説明" hidden="1">
            <a:extLst>
              <a:ext uri="{FF2B5EF4-FFF2-40B4-BE49-F238E27FC236}">
                <a16:creationId xmlns:a16="http://schemas.microsoft.com/office/drawing/2014/main" id="{758E9CF5-8BA9-3442-A051-057BF6B3C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87" cy="6858000"/>
          </a:xfrm>
          <a:prstGeom prst="rect">
            <a:avLst/>
          </a:prstGeom>
        </p:spPr>
      </p:pic>
      <p:sp>
        <p:nvSpPr>
          <p:cNvPr id="42" name="四角形" hidden="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F">
              <a:alpha val="35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3"/>
              </a:defRPr>
            </a:pPr>
            <a:endParaRPr sz="160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DAC6D69-1620-A542-A105-E54F7BC95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81305" y="6570742"/>
            <a:ext cx="290106" cy="28725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83AE3397-1C40-D148-B1E5-CC7FB3FFC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5557" y="2864978"/>
            <a:ext cx="9964132" cy="69034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2" name="字幕 2">
            <a:extLst>
              <a:ext uri="{FF2B5EF4-FFF2-40B4-BE49-F238E27FC236}">
                <a16:creationId xmlns:a16="http://schemas.microsoft.com/office/drawing/2014/main" id="{958CA4B6-E2A8-3440-B37A-9E97F6839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5557" y="3626381"/>
            <a:ext cx="9980886" cy="493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400" b="1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503C4DFB-67E5-6344-8EE6-4D7C47493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© 2020 GRID Inc.">
            <a:extLst>
              <a:ext uri="{FF2B5EF4-FFF2-40B4-BE49-F238E27FC236}">
                <a16:creationId xmlns:a16="http://schemas.microsoft.com/office/drawing/2014/main" id="{EBD3736D-466B-7974-52F4-48A00D325F20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9D623BB-22EB-B11C-A6D4-8D08DE705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8F4899A-1E4D-EEE1-84D8-3F1A38B383FA}"/>
              </a:ext>
            </a:extLst>
          </p:cNvPr>
          <p:cNvCxnSpPr>
            <a:cxnSpLocks/>
          </p:cNvCxnSpPr>
          <p:nvPr/>
        </p:nvCxnSpPr>
        <p:spPr>
          <a:xfrm flipV="1">
            <a:off x="1105557" y="3555321"/>
            <a:ext cx="998088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E20ACB7A-6CC5-387B-019F-00BBB22A707E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STRICTLY CONFIDENTIAL</a:t>
            </a:r>
            <a:endParaRPr kumimoji="0" lang="ja-JP" alt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241963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1781305" y="6570742"/>
            <a:ext cx="290106" cy="287258"/>
          </a:xfrm>
          <a:prstGeom prst="rect">
            <a:avLst/>
          </a:prstGeom>
        </p:spPr>
        <p:txBody>
          <a:bodyPr/>
          <a:lstStyle>
            <a:lvl1pPr>
              <a:defRPr>
                <a:ln>
                  <a:noFill/>
                </a:ln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77" name="タイトルテキスト"/>
          <p:cNvSpPr txBox="1">
            <a:spLocks noGrp="1"/>
          </p:cNvSpPr>
          <p:nvPr>
            <p:ph type="title"/>
          </p:nvPr>
        </p:nvSpPr>
        <p:spPr>
          <a:xfrm>
            <a:off x="120590" y="187736"/>
            <a:ext cx="9916583" cy="410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78" name="本文レベル1…"/>
          <p:cNvSpPr txBox="1">
            <a:spLocks noGrp="1"/>
          </p:cNvSpPr>
          <p:nvPr>
            <p:ph type="body" idx="1"/>
          </p:nvPr>
        </p:nvSpPr>
        <p:spPr>
          <a:xfrm>
            <a:off x="425616" y="642796"/>
            <a:ext cx="11340770" cy="57295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rgbClr val="1A274F"/>
                </a:solidFill>
              </a:defRPr>
            </a:lvl2pPr>
            <a:lvl3pPr>
              <a:defRPr>
                <a:solidFill>
                  <a:srgbClr val="1A274F"/>
                </a:solidFill>
              </a:defRPr>
            </a:lvl3pPr>
            <a:lvl4pPr>
              <a:defRPr>
                <a:solidFill>
                  <a:srgbClr val="1A274F"/>
                </a:solidFill>
              </a:defRPr>
            </a:lvl4pPr>
            <a:lvl5pPr>
              <a:defRPr>
                <a:solidFill>
                  <a:srgbClr val="1A274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D997E8-49EF-E548-9951-99F30E894F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© 2020 GRID Inc.">
            <a:extLst>
              <a:ext uri="{FF2B5EF4-FFF2-40B4-BE49-F238E27FC236}">
                <a16:creationId xmlns:a16="http://schemas.microsoft.com/office/drawing/2014/main" id="{2233D490-3901-D281-C5F3-041D5F4512E0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F8A6261-D663-7353-8CDD-A5D759015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sp>
        <p:nvSpPr>
          <p:cNvPr id="3" name="角丸四角形 2">
            <a:extLst>
              <a:ext uri="{FF2B5EF4-FFF2-40B4-BE49-F238E27FC236}">
                <a16:creationId xmlns:a16="http://schemas.microsoft.com/office/drawing/2014/main" id="{4C4EE29E-0F31-6B0B-F48F-334E2F7262A9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STRICTLY CONFIDENTIAL</a:t>
            </a:r>
            <a:endParaRPr kumimoji="0" lang="ja-JP" alt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18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1781305" y="6570742"/>
            <a:ext cx="290106" cy="287258"/>
          </a:xfrm>
          <a:prstGeom prst="rect">
            <a:avLst/>
          </a:prstGeom>
        </p:spPr>
        <p:txBody>
          <a:bodyPr/>
          <a:lstStyle>
            <a:lvl1pPr>
              <a:defRPr>
                <a:ln>
                  <a:noFill/>
                </a:ln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77" name="タイトルテキスト"/>
          <p:cNvSpPr txBox="1">
            <a:spLocks noGrp="1"/>
          </p:cNvSpPr>
          <p:nvPr>
            <p:ph type="title"/>
          </p:nvPr>
        </p:nvSpPr>
        <p:spPr>
          <a:xfrm>
            <a:off x="120590" y="187736"/>
            <a:ext cx="9916583" cy="410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D997E8-49EF-E548-9951-99F30E894F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© 2020 GRID Inc.">
            <a:extLst>
              <a:ext uri="{FF2B5EF4-FFF2-40B4-BE49-F238E27FC236}">
                <a16:creationId xmlns:a16="http://schemas.microsoft.com/office/drawing/2014/main" id="{2233D490-3901-D281-C5F3-041D5F4512E0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F8A6261-D663-7353-8CDD-A5D759015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sp>
        <p:nvSpPr>
          <p:cNvPr id="3" name="角丸四角形 2">
            <a:extLst>
              <a:ext uri="{FF2B5EF4-FFF2-40B4-BE49-F238E27FC236}">
                <a16:creationId xmlns:a16="http://schemas.microsoft.com/office/drawing/2014/main" id="{D3B083BF-C9B6-595D-68BD-817E6220ABE7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STRICTLY CONFIDENTIAL</a:t>
            </a:r>
            <a:endParaRPr kumimoji="0" lang="ja-JP" alt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091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 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8A0598-B202-0B4F-95D9-97ED2587C6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400" tIns="50400" rIns="50400" bIns="504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271868155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建物, ドーム, 傘, ブラック が含まれている画像&#10;&#10;自動的に生成された説明" hidden="1">
            <a:extLst>
              <a:ext uri="{FF2B5EF4-FFF2-40B4-BE49-F238E27FC236}">
                <a16:creationId xmlns:a16="http://schemas.microsoft.com/office/drawing/2014/main" id="{758E9CF5-8BA9-3442-A051-057BF6B3C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87" cy="6858000"/>
          </a:xfrm>
          <a:prstGeom prst="rect">
            <a:avLst/>
          </a:prstGeom>
        </p:spPr>
      </p:pic>
      <p:sp>
        <p:nvSpPr>
          <p:cNvPr id="42" name="四角形" hidden="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F">
              <a:alpha val="35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3"/>
              </a:defRPr>
            </a:pPr>
            <a:endParaRPr sz="1600"/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83AE3397-1C40-D148-B1E5-CC7FB3FFC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802" y="2383200"/>
            <a:ext cx="9144397" cy="216625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4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2" name="字幕 2">
            <a:extLst>
              <a:ext uri="{FF2B5EF4-FFF2-40B4-BE49-F238E27FC236}">
                <a16:creationId xmlns:a16="http://schemas.microsoft.com/office/drawing/2014/main" id="{958CA4B6-E2A8-3440-B37A-9E97F6839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802" y="4690896"/>
            <a:ext cx="9144397" cy="49248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5" name="© 2020 GRID Inc.">
            <a:extLst>
              <a:ext uri="{FF2B5EF4-FFF2-40B4-BE49-F238E27FC236}">
                <a16:creationId xmlns:a16="http://schemas.microsoft.com/office/drawing/2014/main" id="{3283892A-4F74-DB92-6023-104F8E3702E3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A5DA601-B8C0-1368-E47D-2798A891B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EB4387C-1DA6-6368-6813-BABFFFCECDD0}"/>
              </a:ext>
            </a:extLst>
          </p:cNvPr>
          <p:cNvSpPr txBox="1"/>
          <p:nvPr/>
        </p:nvSpPr>
        <p:spPr>
          <a:xfrm>
            <a:off x="2897226" y="1890693"/>
            <a:ext cx="6397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ja-JP" sz="1400" dirty="0">
                <a:solidFill>
                  <a:srgbClr val="1C294E"/>
                </a:solidFill>
                <a:latin typeface="Calibri" panose="020F0502020204030204"/>
              </a:rPr>
              <a:t>INFRASTRUCTURE + </a:t>
            </a:r>
            <a:r>
              <a:rPr lang="en-US" altLang="ja-JP" sz="1400" dirty="0">
                <a:solidFill>
                  <a:srgbClr val="E56031"/>
                </a:solidFill>
                <a:latin typeface="Calibri" panose="020F0502020204030204"/>
              </a:rPr>
              <a:t>LIFE</a:t>
            </a:r>
            <a:r>
              <a:rPr lang="en-US" altLang="ja-JP" sz="1400" dirty="0">
                <a:solidFill>
                  <a:srgbClr val="1C294E"/>
                </a:solidFill>
                <a:latin typeface="Calibri" panose="020F0502020204030204"/>
              </a:rPr>
              <a:t> + INNOVATION</a:t>
            </a:r>
            <a:endParaRPr lang="ja-JP" altLang="en-US" sz="1400">
              <a:solidFill>
                <a:srgbClr val="1C294E"/>
              </a:solidFill>
              <a:latin typeface="Calibri" panose="020F0502020204030204"/>
            </a:endParaRPr>
          </a:p>
        </p:txBody>
      </p:sp>
      <p:pic>
        <p:nvPicPr>
          <p:cNvPr id="26" name="図 25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3880D06D-DF53-919B-3C5C-E087C328F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722" y="5321170"/>
            <a:ext cx="1907732" cy="334507"/>
          </a:xfrm>
          <a:prstGeom prst="rect">
            <a:avLst/>
          </a:prstGeom>
        </p:spPr>
      </p:pic>
      <p:sp>
        <p:nvSpPr>
          <p:cNvPr id="2" name="角丸四角形 1">
            <a:extLst>
              <a:ext uri="{FF2B5EF4-FFF2-40B4-BE49-F238E27FC236}">
                <a16:creationId xmlns:a16="http://schemas.microsoft.com/office/drawing/2014/main" id="{7B968D8B-DCE9-D0DB-8027-5681C68C26A5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noFill/>
          <a:ln w="12700" cap="flat" cmpd="sng" algn="ctr">
            <a:solidFill>
              <a:srgbClr val="2F6EB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2F6EBA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INTERNAL USE ONLY</a:t>
            </a:r>
            <a:endParaRPr kumimoji="0" lang="ja-JP" altLang="en-US" sz="900" b="0" i="0" u="none" strike="noStrike" kern="0" cap="none" spc="0" normalizeH="0" baseline="0" noProof="0">
              <a:ln>
                <a:noFill/>
              </a:ln>
              <a:solidFill>
                <a:srgbClr val="2F6EBA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588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建物, ドーム, 傘, ブラック が含まれている画像&#10;&#10;自動的に生成された説明" hidden="1">
            <a:extLst>
              <a:ext uri="{FF2B5EF4-FFF2-40B4-BE49-F238E27FC236}">
                <a16:creationId xmlns:a16="http://schemas.microsoft.com/office/drawing/2014/main" id="{758E9CF5-8BA9-3442-A051-057BF6B3C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87" cy="6858000"/>
          </a:xfrm>
          <a:prstGeom prst="rect">
            <a:avLst/>
          </a:prstGeom>
        </p:spPr>
      </p:pic>
      <p:sp>
        <p:nvSpPr>
          <p:cNvPr id="42" name="四角形" hidden="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F">
              <a:alpha val="35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3"/>
              </a:defRPr>
            </a:pPr>
            <a:endParaRPr sz="160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DAC6D69-1620-A542-A105-E54F7BC95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81305" y="6570742"/>
            <a:ext cx="290106" cy="28725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83AE3397-1C40-D148-B1E5-CC7FB3FFC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5557" y="2864978"/>
            <a:ext cx="9964132" cy="69034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2" name="字幕 2">
            <a:extLst>
              <a:ext uri="{FF2B5EF4-FFF2-40B4-BE49-F238E27FC236}">
                <a16:creationId xmlns:a16="http://schemas.microsoft.com/office/drawing/2014/main" id="{958CA4B6-E2A8-3440-B37A-9E97F6839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5557" y="3626381"/>
            <a:ext cx="9980886" cy="493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400" b="1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503C4DFB-67E5-6344-8EE6-4D7C47493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© 2020 GRID Inc.">
            <a:extLst>
              <a:ext uri="{FF2B5EF4-FFF2-40B4-BE49-F238E27FC236}">
                <a16:creationId xmlns:a16="http://schemas.microsoft.com/office/drawing/2014/main" id="{EBD3736D-466B-7974-52F4-48A00D325F20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9D623BB-22EB-B11C-A6D4-8D08DE705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8F4899A-1E4D-EEE1-84D8-3F1A38B383FA}"/>
              </a:ext>
            </a:extLst>
          </p:cNvPr>
          <p:cNvCxnSpPr>
            <a:cxnSpLocks/>
          </p:cNvCxnSpPr>
          <p:nvPr/>
        </p:nvCxnSpPr>
        <p:spPr>
          <a:xfrm flipV="1">
            <a:off x="1105557" y="3555321"/>
            <a:ext cx="998088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B3949048-2030-42A1-D366-F97BAAC09094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noFill/>
          <a:ln w="12700" cap="flat" cmpd="sng" algn="ctr">
            <a:solidFill>
              <a:srgbClr val="2F6EB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2F6EBA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INTERNAL USE ONLY</a:t>
            </a:r>
            <a:endParaRPr kumimoji="0" lang="ja-JP" altLang="en-US" sz="900" b="0" i="0" u="none" strike="noStrike" kern="0" cap="none" spc="0" normalizeH="0" baseline="0" noProof="0">
              <a:ln>
                <a:noFill/>
              </a:ln>
              <a:solidFill>
                <a:srgbClr val="2F6EBA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95217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1781305" y="6570742"/>
            <a:ext cx="290106" cy="287258"/>
          </a:xfrm>
          <a:prstGeom prst="rect">
            <a:avLst/>
          </a:prstGeom>
        </p:spPr>
        <p:txBody>
          <a:bodyPr/>
          <a:lstStyle>
            <a:lvl1pPr>
              <a:defRPr>
                <a:ln>
                  <a:noFill/>
                </a:ln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77" name="タイトルテキスト"/>
          <p:cNvSpPr txBox="1">
            <a:spLocks noGrp="1"/>
          </p:cNvSpPr>
          <p:nvPr>
            <p:ph type="title"/>
          </p:nvPr>
        </p:nvSpPr>
        <p:spPr>
          <a:xfrm>
            <a:off x="120590" y="187736"/>
            <a:ext cx="9916583" cy="410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78" name="本文レベル1…"/>
          <p:cNvSpPr txBox="1">
            <a:spLocks noGrp="1"/>
          </p:cNvSpPr>
          <p:nvPr>
            <p:ph type="body" idx="1"/>
          </p:nvPr>
        </p:nvSpPr>
        <p:spPr>
          <a:xfrm>
            <a:off x="425616" y="642796"/>
            <a:ext cx="11340770" cy="57295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rgbClr val="1A274F"/>
                </a:solidFill>
              </a:defRPr>
            </a:lvl2pPr>
            <a:lvl3pPr>
              <a:defRPr>
                <a:solidFill>
                  <a:srgbClr val="1A274F"/>
                </a:solidFill>
              </a:defRPr>
            </a:lvl3pPr>
            <a:lvl4pPr>
              <a:defRPr>
                <a:solidFill>
                  <a:srgbClr val="1A274F"/>
                </a:solidFill>
              </a:defRPr>
            </a:lvl4pPr>
            <a:lvl5pPr>
              <a:defRPr>
                <a:solidFill>
                  <a:srgbClr val="1A274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D997E8-49EF-E548-9951-99F30E894F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© 2020 GRID Inc.">
            <a:extLst>
              <a:ext uri="{FF2B5EF4-FFF2-40B4-BE49-F238E27FC236}">
                <a16:creationId xmlns:a16="http://schemas.microsoft.com/office/drawing/2014/main" id="{2233D490-3901-D281-C5F3-041D5F4512E0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F8A6261-D663-7353-8CDD-A5D759015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sp>
        <p:nvSpPr>
          <p:cNvPr id="3" name="角丸四角形 2">
            <a:extLst>
              <a:ext uri="{FF2B5EF4-FFF2-40B4-BE49-F238E27FC236}">
                <a16:creationId xmlns:a16="http://schemas.microsoft.com/office/drawing/2014/main" id="{5C083B9A-CB55-C38E-6634-E2296760C64E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noFill/>
          <a:ln w="12700" cap="flat" cmpd="sng" algn="ctr">
            <a:solidFill>
              <a:srgbClr val="2F6EB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2F6EBA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INTERNAL USE ONLY</a:t>
            </a:r>
            <a:endParaRPr kumimoji="0" lang="ja-JP" altLang="en-US" sz="900" b="0" i="0" u="none" strike="noStrike" kern="0" cap="none" spc="0" normalizeH="0" baseline="0" noProof="0">
              <a:ln>
                <a:noFill/>
              </a:ln>
              <a:solidFill>
                <a:srgbClr val="2F6EBA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0778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1781305" y="6570742"/>
            <a:ext cx="290106" cy="287258"/>
          </a:xfrm>
          <a:prstGeom prst="rect">
            <a:avLst/>
          </a:prstGeom>
        </p:spPr>
        <p:txBody>
          <a:bodyPr/>
          <a:lstStyle>
            <a:lvl1pPr>
              <a:defRPr>
                <a:ln>
                  <a:noFill/>
                </a:ln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77" name="タイトルテキスト"/>
          <p:cNvSpPr txBox="1">
            <a:spLocks noGrp="1"/>
          </p:cNvSpPr>
          <p:nvPr>
            <p:ph type="title"/>
          </p:nvPr>
        </p:nvSpPr>
        <p:spPr>
          <a:xfrm>
            <a:off x="120590" y="187736"/>
            <a:ext cx="9916583" cy="410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D997E8-49EF-E548-9951-99F30E894F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© 2020 GRID Inc.">
            <a:extLst>
              <a:ext uri="{FF2B5EF4-FFF2-40B4-BE49-F238E27FC236}">
                <a16:creationId xmlns:a16="http://schemas.microsoft.com/office/drawing/2014/main" id="{2233D490-3901-D281-C5F3-041D5F4512E0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F8A6261-D663-7353-8CDD-A5D759015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sp>
        <p:nvSpPr>
          <p:cNvPr id="3" name="角丸四角形 2">
            <a:extLst>
              <a:ext uri="{FF2B5EF4-FFF2-40B4-BE49-F238E27FC236}">
                <a16:creationId xmlns:a16="http://schemas.microsoft.com/office/drawing/2014/main" id="{F0379D5C-2BAB-C630-9EB0-8367144A424D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noFill/>
          <a:ln w="12700" cap="flat" cmpd="sng" algn="ctr">
            <a:solidFill>
              <a:srgbClr val="2F6EB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2F6EBA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INTERNAL USE ONLY</a:t>
            </a:r>
            <a:endParaRPr kumimoji="0" lang="ja-JP" altLang="en-US" sz="900" b="0" i="0" u="none" strike="noStrike" kern="0" cap="none" spc="0" normalizeH="0" baseline="0" noProof="0">
              <a:ln>
                <a:noFill/>
              </a:ln>
              <a:solidFill>
                <a:srgbClr val="2F6EBA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824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 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8A0598-B202-0B4F-95D9-97ED2587C6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400" tIns="50400" rIns="50400" bIns="504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214190891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建物, ドーム, 傘, ブラック が含まれている画像&#10;&#10;自動的に生成された説明" hidden="1">
            <a:extLst>
              <a:ext uri="{FF2B5EF4-FFF2-40B4-BE49-F238E27FC236}">
                <a16:creationId xmlns:a16="http://schemas.microsoft.com/office/drawing/2014/main" id="{758E9CF5-8BA9-3442-A051-057BF6B3C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87" cy="6858000"/>
          </a:xfrm>
          <a:prstGeom prst="rect">
            <a:avLst/>
          </a:prstGeom>
        </p:spPr>
      </p:pic>
      <p:sp>
        <p:nvSpPr>
          <p:cNvPr id="42" name="四角形" hidden="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F">
              <a:alpha val="35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3"/>
              </a:defRPr>
            </a:pPr>
            <a:endParaRPr sz="1600"/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83AE3397-1C40-D148-B1E5-CC7FB3FFC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802" y="2383200"/>
            <a:ext cx="9144397" cy="216625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4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2" name="字幕 2">
            <a:extLst>
              <a:ext uri="{FF2B5EF4-FFF2-40B4-BE49-F238E27FC236}">
                <a16:creationId xmlns:a16="http://schemas.microsoft.com/office/drawing/2014/main" id="{958CA4B6-E2A8-3440-B37A-9E97F6839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802" y="4690896"/>
            <a:ext cx="9144397" cy="49248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5" name="© 2020 GRID Inc.">
            <a:extLst>
              <a:ext uri="{FF2B5EF4-FFF2-40B4-BE49-F238E27FC236}">
                <a16:creationId xmlns:a16="http://schemas.microsoft.com/office/drawing/2014/main" id="{3283892A-4F74-DB92-6023-104F8E3702E3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A5DA601-B8C0-1368-E47D-2798A891B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EB4387C-1DA6-6368-6813-BABFFFCECDD0}"/>
              </a:ext>
            </a:extLst>
          </p:cNvPr>
          <p:cNvSpPr txBox="1"/>
          <p:nvPr/>
        </p:nvSpPr>
        <p:spPr>
          <a:xfrm>
            <a:off x="2897226" y="1890693"/>
            <a:ext cx="6397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ja-JP" sz="1400" dirty="0">
                <a:solidFill>
                  <a:srgbClr val="1C294E"/>
                </a:solidFill>
                <a:latin typeface="Calibri" panose="020F0502020204030204"/>
              </a:rPr>
              <a:t>INFRASTRUCTURE + </a:t>
            </a:r>
            <a:r>
              <a:rPr lang="en-US" altLang="ja-JP" sz="1400" dirty="0">
                <a:solidFill>
                  <a:srgbClr val="E56031"/>
                </a:solidFill>
                <a:latin typeface="Calibri" panose="020F0502020204030204"/>
              </a:rPr>
              <a:t>LIFE</a:t>
            </a:r>
            <a:r>
              <a:rPr lang="en-US" altLang="ja-JP" sz="1400" dirty="0">
                <a:solidFill>
                  <a:srgbClr val="1C294E"/>
                </a:solidFill>
                <a:latin typeface="Calibri" panose="020F0502020204030204"/>
              </a:rPr>
              <a:t> + INNOVATION</a:t>
            </a:r>
            <a:endParaRPr lang="ja-JP" altLang="en-US" sz="1400">
              <a:solidFill>
                <a:srgbClr val="1C294E"/>
              </a:solidFill>
              <a:latin typeface="Calibri" panose="020F0502020204030204"/>
            </a:endParaRPr>
          </a:p>
        </p:txBody>
      </p:sp>
      <p:pic>
        <p:nvPicPr>
          <p:cNvPr id="26" name="図 25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3880D06D-DF53-919B-3C5C-E087C328F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722" y="5321170"/>
            <a:ext cx="1907732" cy="33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835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建物, ドーム, 傘, ブラック が含まれている画像&#10;&#10;自動的に生成された説明" hidden="1">
            <a:extLst>
              <a:ext uri="{FF2B5EF4-FFF2-40B4-BE49-F238E27FC236}">
                <a16:creationId xmlns:a16="http://schemas.microsoft.com/office/drawing/2014/main" id="{758E9CF5-8BA9-3442-A051-057BF6B3C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787" cy="6858000"/>
          </a:xfrm>
          <a:prstGeom prst="rect">
            <a:avLst/>
          </a:prstGeom>
        </p:spPr>
      </p:pic>
      <p:sp>
        <p:nvSpPr>
          <p:cNvPr id="42" name="四角形" hidden="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F">
              <a:alpha val="35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3"/>
              </a:defRPr>
            </a:pPr>
            <a:endParaRPr sz="160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DAC6D69-1620-A542-A105-E54F7BC95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81305" y="6570742"/>
            <a:ext cx="290106" cy="28725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83AE3397-1C40-D148-B1E5-CC7FB3FFC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5557" y="2864978"/>
            <a:ext cx="9964132" cy="69034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2" name="字幕 2">
            <a:extLst>
              <a:ext uri="{FF2B5EF4-FFF2-40B4-BE49-F238E27FC236}">
                <a16:creationId xmlns:a16="http://schemas.microsoft.com/office/drawing/2014/main" id="{958CA4B6-E2A8-3440-B37A-9E97F6839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5557" y="3626381"/>
            <a:ext cx="9980886" cy="493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400" b="1">
                <a:solidFill>
                  <a:schemeClr val="bg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503C4DFB-67E5-6344-8EE6-4D7C47493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© 2020 GRID Inc.">
            <a:extLst>
              <a:ext uri="{FF2B5EF4-FFF2-40B4-BE49-F238E27FC236}">
                <a16:creationId xmlns:a16="http://schemas.microsoft.com/office/drawing/2014/main" id="{EBD3736D-466B-7974-52F4-48A00D325F20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9D623BB-22EB-B11C-A6D4-8D08DE705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8F4899A-1E4D-EEE1-84D8-3F1A38B383FA}"/>
              </a:ext>
            </a:extLst>
          </p:cNvPr>
          <p:cNvCxnSpPr>
            <a:cxnSpLocks/>
          </p:cNvCxnSpPr>
          <p:nvPr/>
        </p:nvCxnSpPr>
        <p:spPr>
          <a:xfrm flipV="1">
            <a:off x="1105557" y="3555321"/>
            <a:ext cx="998088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734290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1781305" y="6570742"/>
            <a:ext cx="290106" cy="287258"/>
          </a:xfrm>
          <a:prstGeom prst="rect">
            <a:avLst/>
          </a:prstGeom>
        </p:spPr>
        <p:txBody>
          <a:bodyPr/>
          <a:lstStyle>
            <a:lvl1pPr>
              <a:defRPr>
                <a:ln>
                  <a:noFill/>
                </a:ln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77" name="タイトルテキスト"/>
          <p:cNvSpPr txBox="1">
            <a:spLocks noGrp="1"/>
          </p:cNvSpPr>
          <p:nvPr>
            <p:ph type="title"/>
          </p:nvPr>
        </p:nvSpPr>
        <p:spPr>
          <a:xfrm>
            <a:off x="120590" y="187736"/>
            <a:ext cx="9916583" cy="410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78" name="本文レベル1…"/>
          <p:cNvSpPr txBox="1">
            <a:spLocks noGrp="1"/>
          </p:cNvSpPr>
          <p:nvPr>
            <p:ph type="body" idx="1"/>
          </p:nvPr>
        </p:nvSpPr>
        <p:spPr>
          <a:xfrm>
            <a:off x="425616" y="642796"/>
            <a:ext cx="11340770" cy="57295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rgbClr val="1A274F"/>
                </a:solidFill>
              </a:defRPr>
            </a:lvl2pPr>
            <a:lvl3pPr>
              <a:defRPr>
                <a:solidFill>
                  <a:srgbClr val="1A274F"/>
                </a:solidFill>
              </a:defRPr>
            </a:lvl3pPr>
            <a:lvl4pPr>
              <a:defRPr>
                <a:solidFill>
                  <a:srgbClr val="1A274F"/>
                </a:solidFill>
              </a:defRPr>
            </a:lvl4pPr>
            <a:lvl5pPr>
              <a:defRPr>
                <a:solidFill>
                  <a:srgbClr val="1A274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D997E8-49EF-E548-9951-99F30E894F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© 2020 GRID Inc.">
            <a:extLst>
              <a:ext uri="{FF2B5EF4-FFF2-40B4-BE49-F238E27FC236}">
                <a16:creationId xmlns:a16="http://schemas.microsoft.com/office/drawing/2014/main" id="{2233D490-3901-D281-C5F3-041D5F4512E0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F8A6261-D663-7353-8CDD-A5D759015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343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s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1781305" y="6570742"/>
            <a:ext cx="290106" cy="287258"/>
          </a:xfrm>
          <a:prstGeom prst="rect">
            <a:avLst/>
          </a:prstGeom>
        </p:spPr>
        <p:txBody>
          <a:bodyPr/>
          <a:lstStyle>
            <a:lvl1pPr>
              <a:defRPr>
                <a:ln>
                  <a:noFill/>
                </a:ln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en-US" altLang="ja-JP"/>
          </a:p>
        </p:txBody>
      </p:sp>
      <p:sp>
        <p:nvSpPr>
          <p:cNvPr id="77" name="タイトルテキスト"/>
          <p:cNvSpPr txBox="1">
            <a:spLocks noGrp="1"/>
          </p:cNvSpPr>
          <p:nvPr>
            <p:ph type="title"/>
          </p:nvPr>
        </p:nvSpPr>
        <p:spPr>
          <a:xfrm>
            <a:off x="120590" y="187736"/>
            <a:ext cx="9916583" cy="410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D997E8-49EF-E548-9951-99F30E894F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© 2020 GRID Inc.">
            <a:extLst>
              <a:ext uri="{FF2B5EF4-FFF2-40B4-BE49-F238E27FC236}">
                <a16:creationId xmlns:a16="http://schemas.microsoft.com/office/drawing/2014/main" id="{2233D490-3901-D281-C5F3-041D5F4512E0}"/>
              </a:ext>
            </a:extLst>
          </p:cNvPr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rgbClr val="ACACA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F8A6261-D663-7353-8CDD-A5D759015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958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 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98A0598-B202-0B4F-95D9-97ED2587C6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400" tIns="50400" rIns="50400" bIns="50400" numCol="1" spcCol="38100" rtlCol="0" anchor="ctr">
            <a:no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ヒラギノ角ゴ ProN W3"/>
            </a:endParaRPr>
          </a:p>
        </p:txBody>
      </p:sp>
    </p:spTree>
    <p:extLst>
      <p:ext uri="{BB962C8B-B14F-4D97-AF65-F5344CB8AC3E}">
        <p14:creationId xmlns:p14="http://schemas.microsoft.com/office/powerpoint/2010/main" val="17054671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© 2020 GRID Inc."/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sp>
        <p:nvSpPr>
          <p:cNvPr id="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1781305" y="6568155"/>
            <a:ext cx="256480" cy="2564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000" b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8" name="本文レベル1…"/>
          <p:cNvSpPr txBox="1">
            <a:spLocks noGrp="1"/>
          </p:cNvSpPr>
          <p:nvPr>
            <p:ph type="body" idx="1"/>
          </p:nvPr>
        </p:nvSpPr>
        <p:spPr>
          <a:xfrm>
            <a:off x="425616" y="644400"/>
            <a:ext cx="11340770" cy="573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lang="ja-JP" altLang="en-US"/>
              <a:t>本文レベル</a:t>
            </a:r>
            <a:r>
              <a:rPr lang="en-US" altLang="ja-JP" dirty="0"/>
              <a:t>1</a:t>
            </a:r>
            <a:endParaRPr lang="ja-JP" altLang="en-US"/>
          </a:p>
          <a:p>
            <a:pPr lvl="1"/>
            <a:r>
              <a:rPr lang="ja-JP" altLang="en-US"/>
              <a:t>本文レベル</a:t>
            </a:r>
            <a:r>
              <a:rPr lang="en-US" altLang="ja-JP" dirty="0"/>
              <a:t>2</a:t>
            </a:r>
            <a:endParaRPr lang="ja-JP" altLang="en-US"/>
          </a:p>
          <a:p>
            <a:pPr lvl="2"/>
            <a:r>
              <a:rPr lang="ja-JP" altLang="en-US"/>
              <a:t>本文レベル</a:t>
            </a:r>
            <a:r>
              <a:rPr lang="en-US" altLang="ja-JP" dirty="0"/>
              <a:t>3</a:t>
            </a:r>
            <a:endParaRPr lang="ja-JP" altLang="en-US"/>
          </a:p>
          <a:p>
            <a:pPr lvl="3"/>
            <a:r>
              <a:rPr lang="ja-JP" altLang="en-US"/>
              <a:t>本文レベル</a:t>
            </a:r>
            <a:r>
              <a:rPr lang="en-US" altLang="ja-JP" dirty="0"/>
              <a:t>4</a:t>
            </a:r>
            <a:endParaRPr lang="ja-JP" altLang="en-US"/>
          </a:p>
          <a:p>
            <a:pPr lvl="4"/>
            <a:r>
              <a:rPr lang="ja-JP" altLang="en-US"/>
              <a:t>本文レベル</a:t>
            </a:r>
            <a:r>
              <a:rPr lang="en-US" altLang="ja-JP" dirty="0"/>
              <a:t>5</a:t>
            </a:r>
            <a:endParaRPr lang="ja-JP" altLang="en-US"/>
          </a:p>
          <a:p>
            <a:endParaRPr dirty="0"/>
          </a:p>
        </p:txBody>
      </p:sp>
      <p:sp>
        <p:nvSpPr>
          <p:cNvPr id="7" name="タイトルテキスト"/>
          <p:cNvSpPr txBox="1">
            <a:spLocks noGrp="1"/>
          </p:cNvSpPr>
          <p:nvPr>
            <p:ph type="title"/>
          </p:nvPr>
        </p:nvSpPr>
        <p:spPr>
          <a:xfrm>
            <a:off x="120590" y="187200"/>
            <a:ext cx="9916583" cy="4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pPr lvl="0"/>
            <a:r>
              <a:rPr lang="ja-JP" altLang="en-US" dirty="0"/>
              <a:t>タイトルテキスト</a:t>
            </a:r>
            <a:endParaRPr dirty="0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9F7F7910-0EF6-E94D-8EF1-AD1F89192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39697" y="6593979"/>
            <a:ext cx="4876950" cy="18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3390B2A-5FD3-4E7A-49B8-3D84DF153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sp>
        <p:nvSpPr>
          <p:cNvPr id="5" name="角丸四角形 4">
            <a:extLst>
              <a:ext uri="{FF2B5EF4-FFF2-40B4-BE49-F238E27FC236}">
                <a16:creationId xmlns:a16="http://schemas.microsoft.com/office/drawing/2014/main" id="{1EFFF519-E140-8511-7077-E2C22C7FB95F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noFill/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CONFIDENTIAL</a:t>
            </a:r>
            <a:endParaRPr kumimoji="0" lang="ja-JP" altLang="en-US" sz="1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32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10" r:id="rId2"/>
    <p:sldLayoutId id="2147483711" r:id="rId3"/>
    <p:sldLayoutId id="2147483726" r:id="rId4"/>
    <p:sldLayoutId id="2147483713" r:id="rId5"/>
  </p:sldLayoutIdLst>
  <p:transition spd="med"/>
  <p:hf hdr="0" dt="0"/>
  <p:txStyles>
    <p:titleStyle>
      <a:lvl1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lang="ja-JP" altLang="en-US" sz="1800" b="1" i="0" u="none" strike="noStrike" cap="none" spc="0" baseline="0" dirty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Yu Gothic" panose="020B0400000000000000" pitchFamily="34" charset="-128"/>
          <a:sym typeface="ヒラギノ角ゴ ProN W6"/>
        </a:defRPr>
      </a:lvl1pPr>
      <a:lvl2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2pPr>
      <a:lvl3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3pPr>
      <a:lvl4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4pPr>
      <a:lvl5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5pPr>
      <a:lvl6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6pPr>
      <a:lvl7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7pPr>
      <a:lvl8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8pPr>
      <a:lvl9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9pPr>
    </p:titleStyle>
    <p:bodyStyle>
      <a:lvl1pPr marL="316768" marR="0" indent="-3167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Wingdings" pitchFamily="2" charset="2"/>
        <a:buChar char="n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1pPr>
      <a:lvl2pPr marL="634937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Wingdings" pitchFamily="2" charset="2"/>
        <a:buChar char="l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2pPr>
      <a:lvl3pPr marL="952405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.Lucida Grande UI Regular"/>
        <a:buChar char="►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3pPr>
      <a:lvl4pPr marL="1269873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システムフォント（レギュラー）"/>
        <a:buChar char="○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4pPr>
      <a:lvl5pPr marL="1587341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pple Symbols" panose="02000000000000000000" pitchFamily="2" charset="-79"/>
        <a:buChar char="☐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5pPr>
      <a:lvl6pPr marL="1904810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2222278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2539746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2857214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9pPr>
    </p:bodyStyle>
    <p:otherStyle>
      <a:lvl1pPr marL="0" marR="0" indent="0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114289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228577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342866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457154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571443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685731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800020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914309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© 2020 GRID Inc."/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sp>
        <p:nvSpPr>
          <p:cNvPr id="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1781305" y="6568155"/>
            <a:ext cx="256480" cy="2564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000" b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8" name="本文レベル1…"/>
          <p:cNvSpPr txBox="1">
            <a:spLocks noGrp="1"/>
          </p:cNvSpPr>
          <p:nvPr>
            <p:ph type="body" idx="1"/>
          </p:nvPr>
        </p:nvSpPr>
        <p:spPr>
          <a:xfrm>
            <a:off x="425616" y="644400"/>
            <a:ext cx="11340770" cy="573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lang="ja-JP" altLang="en-US"/>
              <a:t>本文レベル</a:t>
            </a:r>
            <a:r>
              <a:rPr lang="en-US" altLang="ja-JP" dirty="0"/>
              <a:t>1</a:t>
            </a:r>
            <a:endParaRPr lang="ja-JP" altLang="en-US"/>
          </a:p>
          <a:p>
            <a:pPr lvl="1"/>
            <a:r>
              <a:rPr lang="ja-JP" altLang="en-US"/>
              <a:t>本文レベル</a:t>
            </a:r>
            <a:r>
              <a:rPr lang="en-US" altLang="ja-JP" dirty="0"/>
              <a:t>2</a:t>
            </a:r>
            <a:endParaRPr lang="ja-JP" altLang="en-US"/>
          </a:p>
          <a:p>
            <a:pPr lvl="2"/>
            <a:r>
              <a:rPr lang="ja-JP" altLang="en-US"/>
              <a:t>本文レベル</a:t>
            </a:r>
            <a:r>
              <a:rPr lang="en-US" altLang="ja-JP" dirty="0"/>
              <a:t>3</a:t>
            </a:r>
            <a:endParaRPr lang="ja-JP" altLang="en-US"/>
          </a:p>
          <a:p>
            <a:pPr lvl="3"/>
            <a:r>
              <a:rPr lang="ja-JP" altLang="en-US"/>
              <a:t>本文レベル</a:t>
            </a:r>
            <a:r>
              <a:rPr lang="en-US" altLang="ja-JP" dirty="0"/>
              <a:t>4</a:t>
            </a:r>
            <a:endParaRPr lang="ja-JP" altLang="en-US"/>
          </a:p>
          <a:p>
            <a:pPr lvl="4"/>
            <a:r>
              <a:rPr lang="ja-JP" altLang="en-US"/>
              <a:t>本文レベル</a:t>
            </a:r>
            <a:r>
              <a:rPr lang="en-US" altLang="ja-JP" dirty="0"/>
              <a:t>5</a:t>
            </a:r>
            <a:endParaRPr lang="ja-JP" altLang="en-US"/>
          </a:p>
          <a:p>
            <a:endParaRPr dirty="0"/>
          </a:p>
        </p:txBody>
      </p:sp>
      <p:sp>
        <p:nvSpPr>
          <p:cNvPr id="7" name="タイトルテキスト"/>
          <p:cNvSpPr txBox="1">
            <a:spLocks noGrp="1"/>
          </p:cNvSpPr>
          <p:nvPr>
            <p:ph type="title"/>
          </p:nvPr>
        </p:nvSpPr>
        <p:spPr>
          <a:xfrm>
            <a:off x="120590" y="187200"/>
            <a:ext cx="9916583" cy="4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pPr lvl="0"/>
            <a:r>
              <a:rPr lang="ja-JP" altLang="en-US" dirty="0"/>
              <a:t>タイトルテキスト</a:t>
            </a:r>
            <a:endParaRPr dirty="0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9F7F7910-0EF6-E94D-8EF1-AD1F89192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39697" y="6593979"/>
            <a:ext cx="4876950" cy="18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3390B2A-5FD3-4E7A-49B8-3D84DF153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F2163BE1-DF59-0498-9C9C-0C4F086FB05A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STRICTLY CONFIDENTIAL</a:t>
            </a:r>
            <a:endParaRPr kumimoji="0" lang="ja-JP" altLang="en-US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9586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</p:sldLayoutIdLst>
  <p:transition spd="med"/>
  <p:hf hdr="0" dt="0"/>
  <p:txStyles>
    <p:titleStyle>
      <a:lvl1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lang="ja-JP" altLang="en-US" sz="1800" b="1" i="0" u="none" strike="noStrike" cap="none" spc="0" baseline="0" dirty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Yu Gothic" panose="020B0400000000000000" pitchFamily="34" charset="-128"/>
          <a:sym typeface="ヒラギノ角ゴ ProN W6"/>
        </a:defRPr>
      </a:lvl1pPr>
      <a:lvl2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2pPr>
      <a:lvl3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3pPr>
      <a:lvl4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4pPr>
      <a:lvl5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5pPr>
      <a:lvl6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6pPr>
      <a:lvl7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7pPr>
      <a:lvl8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8pPr>
      <a:lvl9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9pPr>
    </p:titleStyle>
    <p:bodyStyle>
      <a:lvl1pPr marL="316768" marR="0" indent="-3167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Wingdings" pitchFamily="2" charset="2"/>
        <a:buChar char="n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1pPr>
      <a:lvl2pPr marL="634937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Wingdings" pitchFamily="2" charset="2"/>
        <a:buChar char="l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2pPr>
      <a:lvl3pPr marL="952405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.Lucida Grande UI Regular"/>
        <a:buChar char="►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3pPr>
      <a:lvl4pPr marL="1269873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システムフォント（レギュラー）"/>
        <a:buChar char="○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4pPr>
      <a:lvl5pPr marL="1587341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pple Symbols" panose="02000000000000000000" pitchFamily="2" charset="-79"/>
        <a:buChar char="☐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5pPr>
      <a:lvl6pPr marL="1904810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2222278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2539746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2857214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9pPr>
    </p:bodyStyle>
    <p:otherStyle>
      <a:lvl1pPr marL="0" marR="0" indent="0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114289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228577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342866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457154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571443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685731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800020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914309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© 2020 GRID Inc."/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sp>
        <p:nvSpPr>
          <p:cNvPr id="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1781305" y="6568155"/>
            <a:ext cx="256480" cy="2564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000" b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8" name="本文レベル1…"/>
          <p:cNvSpPr txBox="1">
            <a:spLocks noGrp="1"/>
          </p:cNvSpPr>
          <p:nvPr>
            <p:ph type="body" idx="1"/>
          </p:nvPr>
        </p:nvSpPr>
        <p:spPr>
          <a:xfrm>
            <a:off x="425616" y="644400"/>
            <a:ext cx="11340770" cy="573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lang="ja-JP" altLang="en-US"/>
              <a:t>本文レベル</a:t>
            </a:r>
            <a:r>
              <a:rPr lang="en-US" altLang="ja-JP" dirty="0"/>
              <a:t>1</a:t>
            </a:r>
            <a:endParaRPr lang="ja-JP" altLang="en-US"/>
          </a:p>
          <a:p>
            <a:pPr lvl="1"/>
            <a:r>
              <a:rPr lang="ja-JP" altLang="en-US"/>
              <a:t>本文レベル</a:t>
            </a:r>
            <a:r>
              <a:rPr lang="en-US" altLang="ja-JP" dirty="0"/>
              <a:t>2</a:t>
            </a:r>
            <a:endParaRPr lang="ja-JP" altLang="en-US"/>
          </a:p>
          <a:p>
            <a:pPr lvl="2"/>
            <a:r>
              <a:rPr lang="ja-JP" altLang="en-US"/>
              <a:t>本文レベル</a:t>
            </a:r>
            <a:r>
              <a:rPr lang="en-US" altLang="ja-JP" dirty="0"/>
              <a:t>3</a:t>
            </a:r>
            <a:endParaRPr lang="ja-JP" altLang="en-US"/>
          </a:p>
          <a:p>
            <a:pPr lvl="3"/>
            <a:r>
              <a:rPr lang="ja-JP" altLang="en-US"/>
              <a:t>本文レベル</a:t>
            </a:r>
            <a:r>
              <a:rPr lang="en-US" altLang="ja-JP" dirty="0"/>
              <a:t>4</a:t>
            </a:r>
            <a:endParaRPr lang="ja-JP" altLang="en-US"/>
          </a:p>
          <a:p>
            <a:pPr lvl="4"/>
            <a:r>
              <a:rPr lang="ja-JP" altLang="en-US"/>
              <a:t>本文レベル</a:t>
            </a:r>
            <a:r>
              <a:rPr lang="en-US" altLang="ja-JP" dirty="0"/>
              <a:t>5</a:t>
            </a:r>
            <a:endParaRPr lang="ja-JP" altLang="en-US"/>
          </a:p>
          <a:p>
            <a:endParaRPr dirty="0"/>
          </a:p>
        </p:txBody>
      </p:sp>
      <p:sp>
        <p:nvSpPr>
          <p:cNvPr id="7" name="タイトルテキスト"/>
          <p:cNvSpPr txBox="1">
            <a:spLocks noGrp="1"/>
          </p:cNvSpPr>
          <p:nvPr>
            <p:ph type="title"/>
          </p:nvPr>
        </p:nvSpPr>
        <p:spPr>
          <a:xfrm>
            <a:off x="120590" y="187200"/>
            <a:ext cx="9916583" cy="4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pPr lvl="0"/>
            <a:r>
              <a:rPr lang="ja-JP" altLang="en-US" dirty="0"/>
              <a:t>タイトルテキスト</a:t>
            </a:r>
            <a:endParaRPr dirty="0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9F7F7910-0EF6-E94D-8EF1-AD1F89192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39697" y="6593979"/>
            <a:ext cx="4876950" cy="18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3390B2A-5FD3-4E7A-49B8-3D84DF153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54662A3F-734C-1551-ABC1-D91BED0BCAEE}"/>
              </a:ext>
            </a:extLst>
          </p:cNvPr>
          <p:cNvSpPr/>
          <p:nvPr/>
        </p:nvSpPr>
        <p:spPr>
          <a:xfrm>
            <a:off x="10913918" y="169753"/>
            <a:ext cx="1201882" cy="259561"/>
          </a:xfrm>
          <a:prstGeom prst="roundRect">
            <a:avLst/>
          </a:prstGeom>
          <a:noFill/>
          <a:ln w="12700" cap="flat" cmpd="sng" algn="ctr">
            <a:solidFill>
              <a:srgbClr val="2F6EB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0" i="0" u="none" strike="noStrike" kern="0" cap="none" spc="0" normalizeH="0" baseline="0" noProof="0" dirty="0">
                <a:ln>
                  <a:noFill/>
                </a:ln>
                <a:solidFill>
                  <a:srgbClr val="2F6EBA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INTERNAL USE ONLY</a:t>
            </a:r>
            <a:endParaRPr kumimoji="0" lang="ja-JP" altLang="en-US" sz="900" b="0" i="0" u="none" strike="noStrike" kern="0" cap="none" spc="0" normalizeH="0" baseline="0" noProof="0">
              <a:ln>
                <a:noFill/>
              </a:ln>
              <a:solidFill>
                <a:srgbClr val="2F6EBA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4620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</p:sldLayoutIdLst>
  <p:transition spd="med"/>
  <p:hf hdr="0" dt="0"/>
  <p:txStyles>
    <p:titleStyle>
      <a:lvl1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lang="ja-JP" altLang="en-US" sz="1800" b="1" i="0" u="none" strike="noStrike" cap="none" spc="0" baseline="0" dirty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Yu Gothic" panose="020B0400000000000000" pitchFamily="34" charset="-128"/>
          <a:sym typeface="ヒラギノ角ゴ ProN W6"/>
        </a:defRPr>
      </a:lvl1pPr>
      <a:lvl2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2pPr>
      <a:lvl3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3pPr>
      <a:lvl4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4pPr>
      <a:lvl5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5pPr>
      <a:lvl6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6pPr>
      <a:lvl7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7pPr>
      <a:lvl8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8pPr>
      <a:lvl9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9pPr>
    </p:titleStyle>
    <p:bodyStyle>
      <a:lvl1pPr marL="316768" marR="0" indent="-3167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Wingdings" pitchFamily="2" charset="2"/>
        <a:buChar char="n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1pPr>
      <a:lvl2pPr marL="634937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Wingdings" pitchFamily="2" charset="2"/>
        <a:buChar char="l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2pPr>
      <a:lvl3pPr marL="952405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.Lucida Grande UI Regular"/>
        <a:buChar char="►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3pPr>
      <a:lvl4pPr marL="1269873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システムフォント（レギュラー）"/>
        <a:buChar char="○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4pPr>
      <a:lvl5pPr marL="1587341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pple Symbols" panose="02000000000000000000" pitchFamily="2" charset="-79"/>
        <a:buChar char="☐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5pPr>
      <a:lvl6pPr marL="1904810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2222278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2539746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2857214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9pPr>
    </p:bodyStyle>
    <p:otherStyle>
      <a:lvl1pPr marL="0" marR="0" indent="0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114289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228577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342866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457154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571443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685731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800020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914309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© 2020 GRID Inc."/>
          <p:cNvSpPr txBox="1"/>
          <p:nvPr/>
        </p:nvSpPr>
        <p:spPr>
          <a:xfrm>
            <a:off x="5613499" y="6593581"/>
            <a:ext cx="965002" cy="205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397" tIns="25397" rIns="25397" bIns="25397" anchor="ctr">
            <a:spAutoFit/>
          </a:bodyPr>
          <a:lstStyle>
            <a:lvl1pPr defTabSz="457200">
              <a:lnSpc>
                <a:spcPts val="5100"/>
              </a:lnSpc>
              <a:defRPr sz="2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lnSpc>
                <a:spcPct val="100000"/>
              </a:lnSpc>
            </a:pPr>
            <a:r>
              <a:rPr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</a:t>
            </a:r>
            <a:r>
              <a:rPr lang="en-US" altLang="ja-JP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2022</a:t>
            </a:r>
            <a:r>
              <a:rPr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GRID Inc.</a:t>
            </a:r>
          </a:p>
        </p:txBody>
      </p:sp>
      <p:sp>
        <p:nvSpPr>
          <p:cNvPr id="6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11781305" y="6568155"/>
            <a:ext cx="256480" cy="2564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000" b="1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</a:lstStyle>
          <a:p>
            <a:fld id="{86CB4B4D-7CA3-9044-876B-883B54F8677D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8" name="本文レベル1…"/>
          <p:cNvSpPr txBox="1">
            <a:spLocks noGrp="1"/>
          </p:cNvSpPr>
          <p:nvPr>
            <p:ph type="body" idx="1"/>
          </p:nvPr>
        </p:nvSpPr>
        <p:spPr>
          <a:xfrm>
            <a:off x="425616" y="644400"/>
            <a:ext cx="11340770" cy="573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lang="ja-JP" altLang="en-US"/>
              <a:t>本文レベル</a:t>
            </a:r>
            <a:r>
              <a:rPr lang="en-US" altLang="ja-JP" dirty="0"/>
              <a:t>1</a:t>
            </a:r>
            <a:endParaRPr lang="ja-JP" altLang="en-US"/>
          </a:p>
          <a:p>
            <a:pPr lvl="1"/>
            <a:r>
              <a:rPr lang="ja-JP" altLang="en-US"/>
              <a:t>本文レベル</a:t>
            </a:r>
            <a:r>
              <a:rPr lang="en-US" altLang="ja-JP" dirty="0"/>
              <a:t>2</a:t>
            </a:r>
            <a:endParaRPr lang="ja-JP" altLang="en-US"/>
          </a:p>
          <a:p>
            <a:pPr lvl="2"/>
            <a:r>
              <a:rPr lang="ja-JP" altLang="en-US"/>
              <a:t>本文レベル</a:t>
            </a:r>
            <a:r>
              <a:rPr lang="en-US" altLang="ja-JP" dirty="0"/>
              <a:t>3</a:t>
            </a:r>
            <a:endParaRPr lang="ja-JP" altLang="en-US"/>
          </a:p>
          <a:p>
            <a:pPr lvl="3"/>
            <a:r>
              <a:rPr lang="ja-JP" altLang="en-US"/>
              <a:t>本文レベル</a:t>
            </a:r>
            <a:r>
              <a:rPr lang="en-US" altLang="ja-JP" dirty="0"/>
              <a:t>4</a:t>
            </a:r>
            <a:endParaRPr lang="ja-JP" altLang="en-US"/>
          </a:p>
          <a:p>
            <a:pPr lvl="4"/>
            <a:r>
              <a:rPr lang="ja-JP" altLang="en-US"/>
              <a:t>本文レベル</a:t>
            </a:r>
            <a:r>
              <a:rPr lang="en-US" altLang="ja-JP" dirty="0"/>
              <a:t>5</a:t>
            </a:r>
            <a:endParaRPr lang="ja-JP" altLang="en-US"/>
          </a:p>
          <a:p>
            <a:endParaRPr dirty="0"/>
          </a:p>
        </p:txBody>
      </p:sp>
      <p:sp>
        <p:nvSpPr>
          <p:cNvPr id="7" name="タイトルテキスト"/>
          <p:cNvSpPr txBox="1">
            <a:spLocks noGrp="1"/>
          </p:cNvSpPr>
          <p:nvPr>
            <p:ph type="title"/>
          </p:nvPr>
        </p:nvSpPr>
        <p:spPr>
          <a:xfrm>
            <a:off x="120590" y="187200"/>
            <a:ext cx="9916583" cy="4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pPr lvl="0"/>
            <a:r>
              <a:rPr lang="ja-JP" altLang="en-US" dirty="0"/>
              <a:t>タイトルテキスト</a:t>
            </a:r>
            <a:endParaRPr dirty="0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9F7F7910-0EF6-E94D-8EF1-AD1F89192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39697" y="6593979"/>
            <a:ext cx="4876950" cy="1886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3390B2A-5FD3-4E7A-49B8-3D84DF153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21" y="6616952"/>
            <a:ext cx="1727180" cy="15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00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</p:sldLayoutIdLst>
  <p:transition spd="med"/>
  <p:hf hdr="0" dt="0"/>
  <p:txStyles>
    <p:titleStyle>
      <a:lvl1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lang="ja-JP" altLang="en-US" sz="1800" b="1" i="0" u="none" strike="noStrike" cap="none" spc="0" baseline="0" dirty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Yu Gothic" panose="020B0400000000000000" pitchFamily="34" charset="-128"/>
          <a:sym typeface="ヒラギノ角ゴ ProN W6"/>
        </a:defRPr>
      </a:lvl1pPr>
      <a:lvl2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2pPr>
      <a:lvl3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3pPr>
      <a:lvl4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4pPr>
      <a:lvl5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5pPr>
      <a:lvl6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6pPr>
      <a:lvl7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7pPr>
      <a:lvl8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8pPr>
      <a:lvl9pPr marL="0" marR="0" indent="0" algn="l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600" b="0" i="0" u="none" strike="noStrike" cap="none" spc="0" baseline="0">
          <a:solidFill>
            <a:srgbClr val="FFFFFF"/>
          </a:solidFill>
          <a:uFillTx/>
          <a:latin typeface="ヒラギノ角ゴ ProN W6"/>
          <a:ea typeface="ヒラギノ角ゴ ProN W6"/>
          <a:cs typeface="ヒラギノ角ゴ ProN W6"/>
          <a:sym typeface="ヒラギノ角ゴ ProN W6"/>
        </a:defRPr>
      </a:lvl9pPr>
    </p:titleStyle>
    <p:bodyStyle>
      <a:lvl1pPr marL="316768" marR="0" indent="-3167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Wingdings" pitchFamily="2" charset="2"/>
        <a:buChar char="n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1pPr>
      <a:lvl2pPr marL="634937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Wingdings" pitchFamily="2" charset="2"/>
        <a:buChar char="l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2pPr>
      <a:lvl3pPr marL="952405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.Lucida Grande UI Regular"/>
        <a:buChar char="►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3pPr>
      <a:lvl4pPr marL="1269873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システムフォント（レギュラー）"/>
        <a:buChar char="○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4pPr>
      <a:lvl5pPr marL="1587341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pple Symbols" panose="02000000000000000000" pitchFamily="2" charset="-79"/>
        <a:buChar char="☐"/>
        <a:tabLst/>
        <a:defRPr kumimoji="1" sz="1800" b="0" i="0" u="none" strike="noStrike" cap="none" spc="0" baseline="0">
          <a:solidFill>
            <a:schemeClr val="bg1"/>
          </a:solidFill>
          <a:uFillTx/>
          <a:latin typeface="Yu Gothic" panose="020B0400000000000000" pitchFamily="34" charset="-128"/>
          <a:ea typeface="Yu Gothic" panose="020B0400000000000000" pitchFamily="34" charset="-128"/>
          <a:cs typeface="+mn-cs"/>
          <a:sym typeface="ヒラギノ角ゴ ProN W3"/>
        </a:defRPr>
      </a:lvl5pPr>
      <a:lvl6pPr marL="1904810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2222278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2539746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2857214" marR="0" indent="-317468" algn="l" defTabSz="412709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50000"/>
        <a:buFontTx/>
        <a:buBlip>
          <a:blip r:embed="rId8"/>
        </a:buBlip>
        <a:tabLst/>
        <a:defRPr kumimoji="1" sz="24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ヒラギノ角ゴ ProN W3"/>
        </a:defRPr>
      </a:lvl9pPr>
    </p:bodyStyle>
    <p:otherStyle>
      <a:lvl1pPr marL="0" marR="0" indent="0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114289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228577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342866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457154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571443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685731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800020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914309" algn="ctr" defTabSz="412709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C4076-3D28-3934-AA3E-9B02EB35E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CE5C7-A1DF-4B88-2CA3-C6EB3D5828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6147503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 Theme">
  <a:themeElements>
    <a:clrScheme name="GRID2022">
      <a:dk1>
        <a:srgbClr val="595959"/>
      </a:dk1>
      <a:lt1>
        <a:srgbClr val="FFFFFF"/>
      </a:lt1>
      <a:dk2>
        <a:srgbClr val="1D2749"/>
      </a:dk2>
      <a:lt2>
        <a:srgbClr val="ACACAC"/>
      </a:lt2>
      <a:accent1>
        <a:srgbClr val="2F6EBA"/>
      </a:accent1>
      <a:accent2>
        <a:srgbClr val="3093C6"/>
      </a:accent2>
      <a:accent3>
        <a:srgbClr val="05AF50"/>
      </a:accent3>
      <a:accent4>
        <a:srgbClr val="FFC000"/>
      </a:accent4>
      <a:accent5>
        <a:srgbClr val="DF762E"/>
      </a:accent5>
      <a:accent6>
        <a:srgbClr val="F55F1D"/>
      </a:accent6>
      <a:hlink>
        <a:srgbClr val="0563C1"/>
      </a:hlink>
      <a:folHlink>
        <a:srgbClr val="954F72"/>
      </a:folHlink>
    </a:clrScheme>
    <a:fontScheme name="GRID2022">
      <a:majorFont>
        <a:latin typeface="游ゴシック"/>
        <a:ea typeface="游ゴシック"/>
        <a:cs typeface=""/>
      </a:majorFont>
      <a:minorFont>
        <a:latin typeface="Calibri"/>
        <a:ea typeface="Calibri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400" tIns="50400" rIns="50400" bIns="50400" numCol="1" spcCol="38100" rtlCol="0" anchor="ctr">
        <a:no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Meiryo UI" panose="020B0604030504040204" pitchFamily="34" charset="-128"/>
            <a:ea typeface="Meiryo UI" panose="020B0604030504040204" pitchFamily="34" charset="-128"/>
            <a:sym typeface="ヒラギノ角ゴ ProN W3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 dirty="0" err="1" smtClean="0">
            <a:ln>
              <a:noFill/>
            </a:ln>
            <a:solidFill>
              <a:srgbClr val="000000"/>
            </a:solidFill>
            <a:effectLst/>
            <a:uFillTx/>
            <a:latin typeface="Meiryo UI" panose="020B0604030504040204" pitchFamily="34" charset="-128"/>
            <a:ea typeface="Meiryo UI" panose="020B0604030504040204" pitchFamily="34" charset="-128"/>
            <a:cs typeface="ヒラギノ角ゴ ProN W6"/>
            <a:sym typeface="ヒラギノ角ゴ ProN W6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Default Theme" id="{8A0CAC80-CC4E-7343-80C5-28449414A997}" vid="{4555AFF6-C09B-D743-9707-33D73E0B2FF0}"/>
    </a:ext>
  </a:extLst>
</a:theme>
</file>

<file path=ppt/theme/theme2.xml><?xml version="1.0" encoding="utf-8"?>
<a:theme xmlns:a="http://schemas.openxmlformats.org/drawingml/2006/main" name="Strictly Confidential">
  <a:themeElements>
    <a:clrScheme name="A">
      <a:dk1>
        <a:srgbClr val="595959"/>
      </a:dk1>
      <a:lt1>
        <a:srgbClr val="FFFFFF"/>
      </a:lt1>
      <a:dk2>
        <a:srgbClr val="1D2749"/>
      </a:dk2>
      <a:lt2>
        <a:srgbClr val="ACACAC"/>
      </a:lt2>
      <a:accent1>
        <a:srgbClr val="2F6EBA"/>
      </a:accent1>
      <a:accent2>
        <a:srgbClr val="3093C6"/>
      </a:accent2>
      <a:accent3>
        <a:srgbClr val="05AF50"/>
      </a:accent3>
      <a:accent4>
        <a:srgbClr val="FFC000"/>
      </a:accent4>
      <a:accent5>
        <a:srgbClr val="ECC5BC"/>
      </a:accent5>
      <a:accent6>
        <a:srgbClr val="F55F1D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400" tIns="50400" rIns="50400" bIns="50400" numCol="1" spcCol="38100" rtlCol="0" anchor="ctr">
        <a:no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Meiryo UI" panose="020B0604030504040204" pitchFamily="34" charset="-128"/>
            <a:ea typeface="Meiryo UI" panose="020B0604030504040204" pitchFamily="34" charset="-128"/>
            <a:sym typeface="ヒラギノ角ゴ ProN W3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 dirty="0" err="1" smtClean="0">
            <a:ln>
              <a:noFill/>
            </a:ln>
            <a:solidFill>
              <a:srgbClr val="000000"/>
            </a:solidFill>
            <a:effectLst/>
            <a:uFillTx/>
            <a:latin typeface="Meiryo UI" panose="020B0604030504040204" pitchFamily="34" charset="-128"/>
            <a:ea typeface="Meiryo UI" panose="020B0604030504040204" pitchFamily="34" charset="-128"/>
            <a:cs typeface="ヒラギノ角ゴ ProN W6"/>
            <a:sym typeface="ヒラギノ角ゴ ProN W6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プレゼンテーション2" id="{246A1477-1FD4-DB4D-8B96-01F3D5B3CAF8}" vid="{228587B7-7D26-6D4A-991E-2E97EB1F3126}"/>
    </a:ext>
  </a:extLst>
</a:theme>
</file>

<file path=ppt/theme/theme3.xml><?xml version="1.0" encoding="utf-8"?>
<a:theme xmlns:a="http://schemas.openxmlformats.org/drawingml/2006/main" name="Internal Use Only">
  <a:themeElements>
    <a:clrScheme name="A">
      <a:dk1>
        <a:srgbClr val="595959"/>
      </a:dk1>
      <a:lt1>
        <a:srgbClr val="FFFFFF"/>
      </a:lt1>
      <a:dk2>
        <a:srgbClr val="1D2749"/>
      </a:dk2>
      <a:lt2>
        <a:srgbClr val="ACACAC"/>
      </a:lt2>
      <a:accent1>
        <a:srgbClr val="2F6EBA"/>
      </a:accent1>
      <a:accent2>
        <a:srgbClr val="3093C6"/>
      </a:accent2>
      <a:accent3>
        <a:srgbClr val="05AF50"/>
      </a:accent3>
      <a:accent4>
        <a:srgbClr val="FFC000"/>
      </a:accent4>
      <a:accent5>
        <a:srgbClr val="ECC5BC"/>
      </a:accent5>
      <a:accent6>
        <a:srgbClr val="F55F1D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400" tIns="50400" rIns="50400" bIns="50400" numCol="1" spcCol="38100" rtlCol="0" anchor="ctr">
        <a:no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Meiryo UI" panose="020B0604030504040204" pitchFamily="34" charset="-128"/>
            <a:ea typeface="Meiryo UI" panose="020B0604030504040204" pitchFamily="34" charset="-128"/>
            <a:sym typeface="ヒラギノ角ゴ ProN W3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 dirty="0" err="1" smtClean="0">
            <a:ln>
              <a:noFill/>
            </a:ln>
            <a:solidFill>
              <a:srgbClr val="000000"/>
            </a:solidFill>
            <a:effectLst/>
            <a:uFillTx/>
            <a:latin typeface="Meiryo UI" panose="020B0604030504040204" pitchFamily="34" charset="-128"/>
            <a:ea typeface="Meiryo UI" panose="020B0604030504040204" pitchFamily="34" charset="-128"/>
            <a:cs typeface="ヒラギノ角ゴ ProN W6"/>
            <a:sym typeface="ヒラギノ角ゴ ProN W6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プレゼンテーション2" id="{246A1477-1FD4-DB4D-8B96-01F3D5B3CAF8}" vid="{E2BBA512-E980-D042-BB7B-09381F4100A9}"/>
    </a:ext>
  </a:extLst>
</a:theme>
</file>

<file path=ppt/theme/theme4.xml><?xml version="1.0" encoding="utf-8"?>
<a:theme xmlns:a="http://schemas.openxmlformats.org/drawingml/2006/main" name="Normal">
  <a:themeElements>
    <a:clrScheme name="A">
      <a:dk1>
        <a:srgbClr val="595959"/>
      </a:dk1>
      <a:lt1>
        <a:srgbClr val="FFFFFF"/>
      </a:lt1>
      <a:dk2>
        <a:srgbClr val="1D2749"/>
      </a:dk2>
      <a:lt2>
        <a:srgbClr val="ACACAC"/>
      </a:lt2>
      <a:accent1>
        <a:srgbClr val="2F6EBA"/>
      </a:accent1>
      <a:accent2>
        <a:srgbClr val="3093C6"/>
      </a:accent2>
      <a:accent3>
        <a:srgbClr val="05AF50"/>
      </a:accent3>
      <a:accent4>
        <a:srgbClr val="FFC000"/>
      </a:accent4>
      <a:accent5>
        <a:srgbClr val="ECC5BC"/>
      </a:accent5>
      <a:accent6>
        <a:srgbClr val="F55F1D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400" tIns="50400" rIns="50400" bIns="50400" numCol="1" spcCol="38100" rtlCol="0" anchor="ctr">
        <a:no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Meiryo UI" panose="020B0604030504040204" pitchFamily="34" charset="-128"/>
            <a:ea typeface="Meiryo UI" panose="020B0604030504040204" pitchFamily="34" charset="-128"/>
            <a:sym typeface="ヒラギノ角ゴ ProN W3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 dirty="0" err="1" smtClean="0">
            <a:ln>
              <a:noFill/>
            </a:ln>
            <a:solidFill>
              <a:srgbClr val="000000"/>
            </a:solidFill>
            <a:effectLst/>
            <a:uFillTx/>
            <a:latin typeface="Meiryo UI" panose="020B0604030504040204" pitchFamily="34" charset="-128"/>
            <a:ea typeface="Meiryo UI" panose="020B0604030504040204" pitchFamily="34" charset="-128"/>
            <a:cs typeface="ヒラギノ角ゴ ProN W6"/>
            <a:sym typeface="ヒラギノ角ゴ ProN W6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プレゼンテーション2" id="{246A1477-1FD4-DB4D-8B96-01F3D5B3CAF8}" vid="{864FEDA6-2B6C-FF4E-9E72-E1B9D2D6AF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.Lucida Grande UI Regular</vt:lpstr>
      <vt:lpstr>Yu Gothic</vt:lpstr>
      <vt:lpstr>システムフォント（レギュラー）</vt:lpstr>
      <vt:lpstr>ヒラギノ角ゴ ProN W6</vt:lpstr>
      <vt:lpstr>Apple Symbols</vt:lpstr>
      <vt:lpstr>Calibri</vt:lpstr>
      <vt:lpstr>Wingdings</vt:lpstr>
      <vt:lpstr>Default Theme</vt:lpstr>
      <vt:lpstr>Strictly Confidential</vt:lpstr>
      <vt:lpstr>Internal Use Only</vt:lpstr>
      <vt:lpstr>Normal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Malla Dinesh</dc:creator>
  <cp:lastModifiedBy>m2143006</cp:lastModifiedBy>
  <cp:revision>2</cp:revision>
  <dcterms:created xsi:type="dcterms:W3CDTF">2026-04-08T01:46:50Z</dcterms:created>
  <dcterms:modified xsi:type="dcterms:W3CDTF">2026-04-18T05:50:57Z</dcterms:modified>
</cp:coreProperties>
</file>